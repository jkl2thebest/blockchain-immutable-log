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5"/>
  </p:notesMasterIdLst>
  <p:handoutMasterIdLst>
    <p:handoutMasterId r:id="rId16"/>
  </p:handoutMasterIdLst>
  <p:sldIdLst>
    <p:sldId id="265" r:id="rId2"/>
    <p:sldId id="332" r:id="rId3"/>
    <p:sldId id="333" r:id="rId4"/>
    <p:sldId id="334" r:id="rId5"/>
    <p:sldId id="335" r:id="rId6"/>
    <p:sldId id="336" r:id="rId7"/>
    <p:sldId id="328" r:id="rId8"/>
    <p:sldId id="327" r:id="rId9"/>
    <p:sldId id="329" r:id="rId10"/>
    <p:sldId id="330" r:id="rId11"/>
    <p:sldId id="337" r:id="rId12"/>
    <p:sldId id="326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99" d="100"/>
          <a:sy n="199" d="100"/>
        </p:scale>
        <p:origin x="1230" y="150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E9F5EA-48CA-4F6A-B418-137EF1AA6287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E2BF49B-F5C5-4655-97AF-F3E843BEB45D}">
      <dgm:prSet phldrT="[Текст]"/>
      <dgm:spPr/>
      <dgm:t>
        <a:bodyPr/>
        <a:lstStyle/>
        <a:p>
          <a:r>
            <a:rPr lang="en-US" b="0" i="0">
              <a:effectLst/>
              <a:latin typeface="Golos Text" panose="020B0503020202020204"/>
            </a:rPr>
            <a:t>Server</a:t>
          </a:r>
          <a:endParaRPr lang="ru-RU" dirty="0"/>
        </a:p>
      </dgm:t>
    </dgm:pt>
    <dgm:pt modelId="{3C5A3981-61DF-4360-AD5D-D83CC86DBA94}" type="parTrans" cxnId="{18721075-A889-4706-9661-C949A79380E1}">
      <dgm:prSet/>
      <dgm:spPr/>
      <dgm:t>
        <a:bodyPr/>
        <a:lstStyle/>
        <a:p>
          <a:endParaRPr lang="ru-RU"/>
        </a:p>
      </dgm:t>
    </dgm:pt>
    <dgm:pt modelId="{7C72E9A9-46D3-4C3C-B778-490BF4CC768B}" type="sibTrans" cxnId="{18721075-A889-4706-9661-C949A79380E1}">
      <dgm:prSet/>
      <dgm:spPr/>
      <dgm:t>
        <a:bodyPr/>
        <a:lstStyle/>
        <a:p>
          <a:endParaRPr lang="ru-RU"/>
        </a:p>
      </dgm:t>
    </dgm:pt>
    <dgm:pt modelId="{4644F20F-C504-4898-BBCA-0AE55EECAF64}">
      <dgm:prSet phldrT="[Текст]"/>
      <dgm:spPr/>
      <dgm:t>
        <a:bodyPr/>
        <a:lstStyle/>
        <a:p>
          <a:r>
            <a:rPr lang="en-US" b="0" i="0" dirty="0">
              <a:effectLst/>
              <a:latin typeface="Golos Text" panose="020B0503020202020204"/>
            </a:rPr>
            <a:t>auth.log</a:t>
          </a:r>
          <a:endParaRPr lang="ru-RU" dirty="0"/>
        </a:p>
      </dgm:t>
    </dgm:pt>
    <dgm:pt modelId="{04CC218D-1627-40D0-B10A-2D9FABAE52ED}" type="parTrans" cxnId="{716E28C2-8478-4C5F-A069-0A38C1DE34AC}">
      <dgm:prSet/>
      <dgm:spPr/>
      <dgm:t>
        <a:bodyPr/>
        <a:lstStyle/>
        <a:p>
          <a:endParaRPr lang="ru-RU"/>
        </a:p>
      </dgm:t>
    </dgm:pt>
    <dgm:pt modelId="{F84EDA4F-94FA-4F23-B5EC-0C34779BD650}" type="sibTrans" cxnId="{716E28C2-8478-4C5F-A069-0A38C1DE34AC}">
      <dgm:prSet/>
      <dgm:spPr/>
      <dgm:t>
        <a:bodyPr/>
        <a:lstStyle/>
        <a:p>
          <a:endParaRPr lang="ru-RU"/>
        </a:p>
      </dgm:t>
    </dgm:pt>
    <dgm:pt modelId="{58521871-0043-4D7A-8853-2DBF98481EBC}">
      <dgm:prSet phldrT="[Текст]"/>
      <dgm:spPr/>
      <dgm:t>
        <a:bodyPr/>
        <a:lstStyle/>
        <a:p>
          <a:r>
            <a:rPr lang="en-US" b="0" i="0">
              <a:effectLst/>
              <a:latin typeface="Golos Text" panose="020B0503020202020204"/>
            </a:rPr>
            <a:t>Attacker (Root) </a:t>
          </a:r>
          <a:endParaRPr lang="ru-RU" dirty="0"/>
        </a:p>
      </dgm:t>
    </dgm:pt>
    <dgm:pt modelId="{BA896C7E-AC0F-4B8B-879B-B4E8646431DE}" type="parTrans" cxnId="{80A9D2C0-08F0-42F4-B1A8-DADE6D9CDE77}">
      <dgm:prSet/>
      <dgm:spPr/>
      <dgm:t>
        <a:bodyPr/>
        <a:lstStyle/>
        <a:p>
          <a:endParaRPr lang="ru-RU"/>
        </a:p>
      </dgm:t>
    </dgm:pt>
    <dgm:pt modelId="{45643E2E-87B3-4755-9352-45EEBDC3A8CA}" type="sibTrans" cxnId="{80A9D2C0-08F0-42F4-B1A8-DADE6D9CDE77}">
      <dgm:prSet/>
      <dgm:spPr/>
      <dgm:t>
        <a:bodyPr/>
        <a:lstStyle/>
        <a:p>
          <a:endParaRPr lang="ru-RU"/>
        </a:p>
      </dgm:t>
    </dgm:pt>
    <dgm:pt modelId="{0DF523BC-6FE7-4CCB-B881-E0CAEE27D69B}">
      <dgm:prSet phldrT="[Текст]"/>
      <dgm:spPr/>
      <dgm:t>
        <a:bodyPr/>
        <a:lstStyle/>
        <a:p>
          <a:pPr>
            <a:buNone/>
          </a:pPr>
          <a:r>
            <a:rPr lang="en-US" b="0" i="0" baseline="0" dirty="0">
              <a:latin typeface="+mn-lt"/>
            </a:rPr>
            <a:t>Logs Modified/Deleted</a:t>
          </a:r>
          <a:endParaRPr lang="ru-RU" dirty="0">
            <a:latin typeface="Golos Text" panose="020B0503020202020204"/>
          </a:endParaRPr>
        </a:p>
      </dgm:t>
    </dgm:pt>
    <dgm:pt modelId="{D3512848-F6DA-44DA-AA82-4F24EA456774}" type="parTrans" cxnId="{9DBB97B5-E91C-44F6-BA2A-E6BA54C14E8A}">
      <dgm:prSet/>
      <dgm:spPr/>
      <dgm:t>
        <a:bodyPr/>
        <a:lstStyle/>
        <a:p>
          <a:endParaRPr lang="ru-RU"/>
        </a:p>
      </dgm:t>
    </dgm:pt>
    <dgm:pt modelId="{B27E27BA-06A4-4998-A98A-B0FFD683EF58}" type="sibTrans" cxnId="{9DBB97B5-E91C-44F6-BA2A-E6BA54C14E8A}">
      <dgm:prSet/>
      <dgm:spPr/>
      <dgm:t>
        <a:bodyPr/>
        <a:lstStyle/>
        <a:p>
          <a:endParaRPr lang="ru-RU"/>
        </a:p>
      </dgm:t>
    </dgm:pt>
    <dgm:pt modelId="{EB8FAD51-119A-4879-A3E1-A838DA1B27BC}" type="pres">
      <dgm:prSet presAssocID="{8DE9F5EA-48CA-4F6A-B418-137EF1AA6287}" presName="Name0" presStyleCnt="0">
        <dgm:presLayoutVars>
          <dgm:dir/>
          <dgm:animLvl val="lvl"/>
          <dgm:resizeHandles val="exact"/>
        </dgm:presLayoutVars>
      </dgm:prSet>
      <dgm:spPr/>
    </dgm:pt>
    <dgm:pt modelId="{21DAC82B-49B5-4F50-8421-9588062004D0}" type="pres">
      <dgm:prSet presAssocID="{FE2BF49B-F5C5-4655-97AF-F3E843BEB45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FD375B1-BBBB-401A-AFF0-D45286C3E6A0}" type="pres">
      <dgm:prSet presAssocID="{7C72E9A9-46D3-4C3C-B778-490BF4CC768B}" presName="parTxOnlySpace" presStyleCnt="0"/>
      <dgm:spPr/>
    </dgm:pt>
    <dgm:pt modelId="{0A11A7C9-53FD-47A0-B4B5-CE16716BDE04}" type="pres">
      <dgm:prSet presAssocID="{4644F20F-C504-4898-BBCA-0AE55EECAF64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51AD2E-A013-4265-B385-DFD7512A9B26}" type="pres">
      <dgm:prSet presAssocID="{F84EDA4F-94FA-4F23-B5EC-0C34779BD650}" presName="parTxOnlySpace" presStyleCnt="0"/>
      <dgm:spPr/>
    </dgm:pt>
    <dgm:pt modelId="{EC924C93-2210-4378-9CEB-7ACD8E7487E0}" type="pres">
      <dgm:prSet presAssocID="{58521871-0043-4D7A-8853-2DBF98481EB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4F69B89-24CE-498D-81E8-EEFDA5364605}" type="pres">
      <dgm:prSet presAssocID="{45643E2E-87B3-4755-9352-45EEBDC3A8CA}" presName="parTxOnlySpace" presStyleCnt="0"/>
      <dgm:spPr/>
    </dgm:pt>
    <dgm:pt modelId="{4413EC57-A092-455A-BF27-C61B0BAC474B}" type="pres">
      <dgm:prSet presAssocID="{0DF523BC-6FE7-4CCB-B881-E0CAEE27D69B}" presName="parTxOnly" presStyleLbl="node1" presStyleIdx="3" presStyleCnt="4" custLinFactNeighborX="1718">
        <dgm:presLayoutVars>
          <dgm:chMax val="0"/>
          <dgm:chPref val="0"/>
          <dgm:bulletEnabled val="1"/>
        </dgm:presLayoutVars>
      </dgm:prSet>
      <dgm:spPr/>
    </dgm:pt>
  </dgm:ptLst>
  <dgm:cxnLst>
    <dgm:cxn modelId="{8FF1C40B-8453-48FB-BD24-D31B47C0F682}" type="presOf" srcId="{8DE9F5EA-48CA-4F6A-B418-137EF1AA6287}" destId="{EB8FAD51-119A-4879-A3E1-A838DA1B27BC}" srcOrd="0" destOrd="0" presId="urn:microsoft.com/office/officeart/2005/8/layout/chevron1"/>
    <dgm:cxn modelId="{FBB98510-779B-4937-A8A1-E0F05CB81140}" type="presOf" srcId="{0DF523BC-6FE7-4CCB-B881-E0CAEE27D69B}" destId="{4413EC57-A092-455A-BF27-C61B0BAC474B}" srcOrd="0" destOrd="0" presId="urn:microsoft.com/office/officeart/2005/8/layout/chevron1"/>
    <dgm:cxn modelId="{40AD9661-5E36-43FD-A2C7-9E1DD915BCA1}" type="presOf" srcId="{4644F20F-C504-4898-BBCA-0AE55EECAF64}" destId="{0A11A7C9-53FD-47A0-B4B5-CE16716BDE04}" srcOrd="0" destOrd="0" presId="urn:microsoft.com/office/officeart/2005/8/layout/chevron1"/>
    <dgm:cxn modelId="{33B8DF6E-1D83-43C4-A3A8-38679F02C4EC}" type="presOf" srcId="{FE2BF49B-F5C5-4655-97AF-F3E843BEB45D}" destId="{21DAC82B-49B5-4F50-8421-9588062004D0}" srcOrd="0" destOrd="0" presId="urn:microsoft.com/office/officeart/2005/8/layout/chevron1"/>
    <dgm:cxn modelId="{18721075-A889-4706-9661-C949A79380E1}" srcId="{8DE9F5EA-48CA-4F6A-B418-137EF1AA6287}" destId="{FE2BF49B-F5C5-4655-97AF-F3E843BEB45D}" srcOrd="0" destOrd="0" parTransId="{3C5A3981-61DF-4360-AD5D-D83CC86DBA94}" sibTransId="{7C72E9A9-46D3-4C3C-B778-490BF4CC768B}"/>
    <dgm:cxn modelId="{73A8A459-038F-47A4-B7F4-600AD02FD3D6}" type="presOf" srcId="{58521871-0043-4D7A-8853-2DBF98481EBC}" destId="{EC924C93-2210-4378-9CEB-7ACD8E7487E0}" srcOrd="0" destOrd="0" presId="urn:microsoft.com/office/officeart/2005/8/layout/chevron1"/>
    <dgm:cxn modelId="{9DBB97B5-E91C-44F6-BA2A-E6BA54C14E8A}" srcId="{8DE9F5EA-48CA-4F6A-B418-137EF1AA6287}" destId="{0DF523BC-6FE7-4CCB-B881-E0CAEE27D69B}" srcOrd="3" destOrd="0" parTransId="{D3512848-F6DA-44DA-AA82-4F24EA456774}" sibTransId="{B27E27BA-06A4-4998-A98A-B0FFD683EF58}"/>
    <dgm:cxn modelId="{80A9D2C0-08F0-42F4-B1A8-DADE6D9CDE77}" srcId="{8DE9F5EA-48CA-4F6A-B418-137EF1AA6287}" destId="{58521871-0043-4D7A-8853-2DBF98481EBC}" srcOrd="2" destOrd="0" parTransId="{BA896C7E-AC0F-4B8B-879B-B4E8646431DE}" sibTransId="{45643E2E-87B3-4755-9352-45EEBDC3A8CA}"/>
    <dgm:cxn modelId="{716E28C2-8478-4C5F-A069-0A38C1DE34AC}" srcId="{8DE9F5EA-48CA-4F6A-B418-137EF1AA6287}" destId="{4644F20F-C504-4898-BBCA-0AE55EECAF64}" srcOrd="1" destOrd="0" parTransId="{04CC218D-1627-40D0-B10A-2D9FABAE52ED}" sibTransId="{F84EDA4F-94FA-4F23-B5EC-0C34779BD650}"/>
    <dgm:cxn modelId="{6EB8805F-16C1-4E39-9134-FDF4502EEA7E}" type="presParOf" srcId="{EB8FAD51-119A-4879-A3E1-A838DA1B27BC}" destId="{21DAC82B-49B5-4F50-8421-9588062004D0}" srcOrd="0" destOrd="0" presId="urn:microsoft.com/office/officeart/2005/8/layout/chevron1"/>
    <dgm:cxn modelId="{25A7226F-EF60-4986-9AC7-4982360D391E}" type="presParOf" srcId="{EB8FAD51-119A-4879-A3E1-A838DA1B27BC}" destId="{AFD375B1-BBBB-401A-AFF0-D45286C3E6A0}" srcOrd="1" destOrd="0" presId="urn:microsoft.com/office/officeart/2005/8/layout/chevron1"/>
    <dgm:cxn modelId="{4DE79659-1CCA-46BE-8B27-4BADFFFEDE2F}" type="presParOf" srcId="{EB8FAD51-119A-4879-A3E1-A838DA1B27BC}" destId="{0A11A7C9-53FD-47A0-B4B5-CE16716BDE04}" srcOrd="2" destOrd="0" presId="urn:microsoft.com/office/officeart/2005/8/layout/chevron1"/>
    <dgm:cxn modelId="{74C77761-029E-48F9-B0E8-B5674D97544E}" type="presParOf" srcId="{EB8FAD51-119A-4879-A3E1-A838DA1B27BC}" destId="{2051AD2E-A013-4265-B385-DFD7512A9B26}" srcOrd="3" destOrd="0" presId="urn:microsoft.com/office/officeart/2005/8/layout/chevron1"/>
    <dgm:cxn modelId="{016EC661-DE6C-4917-A13E-7DEFE643CAF2}" type="presParOf" srcId="{EB8FAD51-119A-4879-A3E1-A838DA1B27BC}" destId="{EC924C93-2210-4378-9CEB-7ACD8E7487E0}" srcOrd="4" destOrd="0" presId="urn:microsoft.com/office/officeart/2005/8/layout/chevron1"/>
    <dgm:cxn modelId="{9C8B9B55-8684-4D35-B4BB-75C0B4AE6010}" type="presParOf" srcId="{EB8FAD51-119A-4879-A3E1-A838DA1B27BC}" destId="{A4F69B89-24CE-498D-81E8-EEFDA5364605}" srcOrd="5" destOrd="0" presId="urn:microsoft.com/office/officeart/2005/8/layout/chevron1"/>
    <dgm:cxn modelId="{DE3D4323-F849-4B5B-9871-A0199FDBC1CD}" type="presParOf" srcId="{EB8FAD51-119A-4879-A3E1-A838DA1B27BC}" destId="{4413EC57-A092-455A-BF27-C61B0BAC474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EC78C6-2AAB-482A-8AF9-221D4202E3EE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DB277C8-806A-4326-80F5-34590FD37325}">
      <dgm:prSet phldrT="[Текст]"/>
      <dgm:spPr/>
      <dgm:t>
        <a:bodyPr/>
        <a:lstStyle/>
        <a:p>
          <a:r>
            <a:rPr lang="en-US" dirty="0">
              <a:latin typeface="Golos Text" panose="020B0503020202020204"/>
            </a:rPr>
            <a:t>Log Line </a:t>
          </a:r>
          <a:endParaRPr lang="ru-RU" dirty="0"/>
        </a:p>
      </dgm:t>
    </dgm:pt>
    <dgm:pt modelId="{72395C29-956E-4DFF-8B3A-7A2E199399D2}" type="parTrans" cxnId="{EC2A121A-CE26-42BD-8FE0-612AE79CBB08}">
      <dgm:prSet/>
      <dgm:spPr/>
      <dgm:t>
        <a:bodyPr/>
        <a:lstStyle/>
        <a:p>
          <a:endParaRPr lang="ru-RU"/>
        </a:p>
      </dgm:t>
    </dgm:pt>
    <dgm:pt modelId="{AD3FA018-3528-467E-A732-3A00707E4176}" type="sibTrans" cxnId="{EC2A121A-CE26-42BD-8FE0-612AE79CBB08}">
      <dgm:prSet/>
      <dgm:spPr/>
      <dgm:t>
        <a:bodyPr/>
        <a:lstStyle/>
        <a:p>
          <a:endParaRPr lang="ru-RU"/>
        </a:p>
      </dgm:t>
    </dgm:pt>
    <dgm:pt modelId="{97EFF582-4907-4B29-88F9-3DD9AF5AB219}">
      <dgm:prSet phldrT="[Текст]"/>
      <dgm:spPr/>
      <dgm:t>
        <a:bodyPr/>
        <a:lstStyle/>
        <a:p>
          <a:r>
            <a:rPr lang="en-US">
              <a:latin typeface="Golos Text" panose="020B0503020202020204"/>
            </a:rPr>
            <a:t>SHA-256</a:t>
          </a:r>
          <a:endParaRPr lang="ru-RU" dirty="0"/>
        </a:p>
      </dgm:t>
    </dgm:pt>
    <dgm:pt modelId="{858D2C16-8464-40C9-8DF2-6FC9E6BF7459}" type="parTrans" cxnId="{A88939A6-1AEA-409F-9568-1957B2BDD976}">
      <dgm:prSet/>
      <dgm:spPr/>
      <dgm:t>
        <a:bodyPr/>
        <a:lstStyle/>
        <a:p>
          <a:endParaRPr lang="ru-RU"/>
        </a:p>
      </dgm:t>
    </dgm:pt>
    <dgm:pt modelId="{8D6E0258-34B3-41C8-80F6-9ACC91666E8B}" type="sibTrans" cxnId="{A88939A6-1AEA-409F-9568-1957B2BDD976}">
      <dgm:prSet/>
      <dgm:spPr/>
      <dgm:t>
        <a:bodyPr/>
        <a:lstStyle/>
        <a:p>
          <a:endParaRPr lang="ru-RU"/>
        </a:p>
      </dgm:t>
    </dgm:pt>
    <dgm:pt modelId="{DF6777D4-FB0E-439B-95C5-C61F15E76740}">
      <dgm:prSet phldrT="[Текст]"/>
      <dgm:spPr/>
      <dgm:t>
        <a:bodyPr/>
        <a:lstStyle/>
        <a:p>
          <a:r>
            <a:rPr lang="en-US">
              <a:latin typeface="Golos Text" panose="020B0503020202020204"/>
            </a:rPr>
            <a:t>Blockchain Transaction </a:t>
          </a:r>
          <a:endParaRPr lang="ru-RU" dirty="0"/>
        </a:p>
      </dgm:t>
    </dgm:pt>
    <dgm:pt modelId="{BD885B5D-1EA5-4C3A-A622-4122A05EBAC6}" type="parTrans" cxnId="{FE8C5EA8-51D4-44E3-A30E-4AE7C4439001}">
      <dgm:prSet/>
      <dgm:spPr/>
      <dgm:t>
        <a:bodyPr/>
        <a:lstStyle/>
        <a:p>
          <a:endParaRPr lang="ru-RU"/>
        </a:p>
      </dgm:t>
    </dgm:pt>
    <dgm:pt modelId="{2FFCB308-515D-4822-A9F6-1CCCA15E7977}" type="sibTrans" cxnId="{FE8C5EA8-51D4-44E3-A30E-4AE7C4439001}">
      <dgm:prSet/>
      <dgm:spPr/>
      <dgm:t>
        <a:bodyPr/>
        <a:lstStyle/>
        <a:p>
          <a:endParaRPr lang="ru-RU"/>
        </a:p>
      </dgm:t>
    </dgm:pt>
    <dgm:pt modelId="{5E56C02F-C3FB-4315-BA61-380AC0D14425}">
      <dgm:prSet phldrT="[Текст]"/>
      <dgm:spPr/>
      <dgm:t>
        <a:bodyPr/>
        <a:lstStyle/>
        <a:p>
          <a:r>
            <a:rPr lang="en-US">
              <a:latin typeface="Golos Text" panose="020B0503020202020204"/>
            </a:rPr>
            <a:t>Immutable Proof</a:t>
          </a:r>
          <a:endParaRPr lang="ru-RU" dirty="0"/>
        </a:p>
      </dgm:t>
    </dgm:pt>
    <dgm:pt modelId="{EE165B5B-CB46-416D-8310-C6814182A23C}" type="parTrans" cxnId="{DB7188E6-4D54-47BF-B421-977B0B8227B5}">
      <dgm:prSet/>
      <dgm:spPr/>
      <dgm:t>
        <a:bodyPr/>
        <a:lstStyle/>
        <a:p>
          <a:endParaRPr lang="ru-RU"/>
        </a:p>
      </dgm:t>
    </dgm:pt>
    <dgm:pt modelId="{D5D1633E-2C6D-416D-8113-9B119A2785EF}" type="sibTrans" cxnId="{DB7188E6-4D54-47BF-B421-977B0B8227B5}">
      <dgm:prSet/>
      <dgm:spPr/>
      <dgm:t>
        <a:bodyPr/>
        <a:lstStyle/>
        <a:p>
          <a:endParaRPr lang="ru-RU"/>
        </a:p>
      </dgm:t>
    </dgm:pt>
    <dgm:pt modelId="{50CDD232-18F9-409D-BAAE-931B8E6D876D}" type="pres">
      <dgm:prSet presAssocID="{5EEC78C6-2AAB-482A-8AF9-221D4202E3EE}" presName="rootnode" presStyleCnt="0">
        <dgm:presLayoutVars>
          <dgm:chMax/>
          <dgm:chPref/>
          <dgm:dir/>
          <dgm:animLvl val="lvl"/>
        </dgm:presLayoutVars>
      </dgm:prSet>
      <dgm:spPr/>
    </dgm:pt>
    <dgm:pt modelId="{79FFBA86-69D8-4E25-8E66-9380EB693040}" type="pres">
      <dgm:prSet presAssocID="{6DB277C8-806A-4326-80F5-34590FD37325}" presName="composite" presStyleCnt="0"/>
      <dgm:spPr/>
    </dgm:pt>
    <dgm:pt modelId="{8A80DC81-F8D3-496C-B8AB-9D75D00E1988}" type="pres">
      <dgm:prSet presAssocID="{6DB277C8-806A-4326-80F5-34590FD37325}" presName="bentUpArrow1" presStyleLbl="alignImgPlace1" presStyleIdx="0" presStyleCnt="3"/>
      <dgm:spPr/>
    </dgm:pt>
    <dgm:pt modelId="{5B2433D1-F7DF-49EE-8207-5B67DACDB136}" type="pres">
      <dgm:prSet presAssocID="{6DB277C8-806A-4326-80F5-34590FD37325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F00F0C3A-ABCD-4C93-900C-77ABF694FF76}" type="pres">
      <dgm:prSet presAssocID="{6DB277C8-806A-4326-80F5-34590FD37325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A24A125A-8CEC-4824-822E-0FED11C6A058}" type="pres">
      <dgm:prSet presAssocID="{AD3FA018-3528-467E-A732-3A00707E4176}" presName="sibTrans" presStyleCnt="0"/>
      <dgm:spPr/>
    </dgm:pt>
    <dgm:pt modelId="{7A8CAC86-A77D-4F84-B032-C7B18ABAEE31}" type="pres">
      <dgm:prSet presAssocID="{97EFF582-4907-4B29-88F9-3DD9AF5AB219}" presName="composite" presStyleCnt="0"/>
      <dgm:spPr/>
    </dgm:pt>
    <dgm:pt modelId="{718E9D3A-9001-4FF4-9AFF-40D6454CA8FD}" type="pres">
      <dgm:prSet presAssocID="{97EFF582-4907-4B29-88F9-3DD9AF5AB219}" presName="bentUpArrow1" presStyleLbl="alignImgPlace1" presStyleIdx="1" presStyleCnt="3"/>
      <dgm:spPr/>
    </dgm:pt>
    <dgm:pt modelId="{F94F7CB5-B3AC-44F9-B66F-5C3E94CC6DBB}" type="pres">
      <dgm:prSet presAssocID="{97EFF582-4907-4B29-88F9-3DD9AF5AB219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B75DFBC0-F3D9-4FE4-9864-782CB6344306}" type="pres">
      <dgm:prSet presAssocID="{97EFF582-4907-4B29-88F9-3DD9AF5AB219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39A8D49-9C09-4A18-82A8-2CF64CD3FB3F}" type="pres">
      <dgm:prSet presAssocID="{8D6E0258-34B3-41C8-80F6-9ACC91666E8B}" presName="sibTrans" presStyleCnt="0"/>
      <dgm:spPr/>
    </dgm:pt>
    <dgm:pt modelId="{3CF7826E-5B50-4A18-B695-340D25EACEF9}" type="pres">
      <dgm:prSet presAssocID="{DF6777D4-FB0E-439B-95C5-C61F15E76740}" presName="composite" presStyleCnt="0"/>
      <dgm:spPr/>
    </dgm:pt>
    <dgm:pt modelId="{8CB277D4-7AE1-44A2-9DEA-9385D599C16B}" type="pres">
      <dgm:prSet presAssocID="{DF6777D4-FB0E-439B-95C5-C61F15E76740}" presName="bentUpArrow1" presStyleLbl="alignImgPlace1" presStyleIdx="2" presStyleCnt="3"/>
      <dgm:spPr/>
    </dgm:pt>
    <dgm:pt modelId="{A69B197D-8589-4676-8147-8703FCE8A4A7}" type="pres">
      <dgm:prSet presAssocID="{DF6777D4-FB0E-439B-95C5-C61F15E76740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92247D3C-E4B7-403F-B946-F47EA7162986}" type="pres">
      <dgm:prSet presAssocID="{DF6777D4-FB0E-439B-95C5-C61F15E76740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19904916-9D6A-43CD-B727-70B22CEA84D3}" type="pres">
      <dgm:prSet presAssocID="{2FFCB308-515D-4822-A9F6-1CCCA15E7977}" presName="sibTrans" presStyleCnt="0"/>
      <dgm:spPr/>
    </dgm:pt>
    <dgm:pt modelId="{7F2C0068-04AC-41C4-9FF9-C750222291BB}" type="pres">
      <dgm:prSet presAssocID="{5E56C02F-C3FB-4315-BA61-380AC0D14425}" presName="composite" presStyleCnt="0"/>
      <dgm:spPr/>
    </dgm:pt>
    <dgm:pt modelId="{5C1B2368-E07B-4EA2-ACCF-D920A339A772}" type="pres">
      <dgm:prSet presAssocID="{5E56C02F-C3FB-4315-BA61-380AC0D14425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4ED66300-2ED5-4250-8035-B4537C882FD5}" type="presOf" srcId="{5EEC78C6-2AAB-482A-8AF9-221D4202E3EE}" destId="{50CDD232-18F9-409D-BAAE-931B8E6D876D}" srcOrd="0" destOrd="0" presId="urn:microsoft.com/office/officeart/2005/8/layout/StepDownProcess"/>
    <dgm:cxn modelId="{EC2A121A-CE26-42BD-8FE0-612AE79CBB08}" srcId="{5EEC78C6-2AAB-482A-8AF9-221D4202E3EE}" destId="{6DB277C8-806A-4326-80F5-34590FD37325}" srcOrd="0" destOrd="0" parTransId="{72395C29-956E-4DFF-8B3A-7A2E199399D2}" sibTransId="{AD3FA018-3528-467E-A732-3A00707E4176}"/>
    <dgm:cxn modelId="{EB79613F-82E0-4389-8B5E-75AE04FD4312}" type="presOf" srcId="{97EFF582-4907-4B29-88F9-3DD9AF5AB219}" destId="{F94F7CB5-B3AC-44F9-B66F-5C3E94CC6DBB}" srcOrd="0" destOrd="0" presId="urn:microsoft.com/office/officeart/2005/8/layout/StepDownProcess"/>
    <dgm:cxn modelId="{7B4C4443-9136-4CB6-A734-0BB786530886}" type="presOf" srcId="{6DB277C8-806A-4326-80F5-34590FD37325}" destId="{5B2433D1-F7DF-49EE-8207-5B67DACDB136}" srcOrd="0" destOrd="0" presId="urn:microsoft.com/office/officeart/2005/8/layout/StepDownProcess"/>
    <dgm:cxn modelId="{FE2E7066-C9AB-4E77-BA59-7B77A0747786}" type="presOf" srcId="{5E56C02F-C3FB-4315-BA61-380AC0D14425}" destId="{5C1B2368-E07B-4EA2-ACCF-D920A339A772}" srcOrd="0" destOrd="0" presId="urn:microsoft.com/office/officeart/2005/8/layout/StepDownProcess"/>
    <dgm:cxn modelId="{A88939A6-1AEA-409F-9568-1957B2BDD976}" srcId="{5EEC78C6-2AAB-482A-8AF9-221D4202E3EE}" destId="{97EFF582-4907-4B29-88F9-3DD9AF5AB219}" srcOrd="1" destOrd="0" parTransId="{858D2C16-8464-40C9-8DF2-6FC9E6BF7459}" sibTransId="{8D6E0258-34B3-41C8-80F6-9ACC91666E8B}"/>
    <dgm:cxn modelId="{FE8C5EA8-51D4-44E3-A30E-4AE7C4439001}" srcId="{5EEC78C6-2AAB-482A-8AF9-221D4202E3EE}" destId="{DF6777D4-FB0E-439B-95C5-C61F15E76740}" srcOrd="2" destOrd="0" parTransId="{BD885B5D-1EA5-4C3A-A622-4122A05EBAC6}" sibTransId="{2FFCB308-515D-4822-A9F6-1CCCA15E7977}"/>
    <dgm:cxn modelId="{22F430B9-66B6-4D38-A7F3-8B6EAC4FA2A4}" type="presOf" srcId="{DF6777D4-FB0E-439B-95C5-C61F15E76740}" destId="{A69B197D-8589-4676-8147-8703FCE8A4A7}" srcOrd="0" destOrd="0" presId="urn:microsoft.com/office/officeart/2005/8/layout/StepDownProcess"/>
    <dgm:cxn modelId="{DB7188E6-4D54-47BF-B421-977B0B8227B5}" srcId="{5EEC78C6-2AAB-482A-8AF9-221D4202E3EE}" destId="{5E56C02F-C3FB-4315-BA61-380AC0D14425}" srcOrd="3" destOrd="0" parTransId="{EE165B5B-CB46-416D-8310-C6814182A23C}" sibTransId="{D5D1633E-2C6D-416D-8113-9B119A2785EF}"/>
    <dgm:cxn modelId="{EEB34815-BFDE-43DC-B0E4-4DB5DCA254FA}" type="presParOf" srcId="{50CDD232-18F9-409D-BAAE-931B8E6D876D}" destId="{79FFBA86-69D8-4E25-8E66-9380EB693040}" srcOrd="0" destOrd="0" presId="urn:microsoft.com/office/officeart/2005/8/layout/StepDownProcess"/>
    <dgm:cxn modelId="{A67BAC72-A86C-4EE9-B7F8-7EDE5AA15A6A}" type="presParOf" srcId="{79FFBA86-69D8-4E25-8E66-9380EB693040}" destId="{8A80DC81-F8D3-496C-B8AB-9D75D00E1988}" srcOrd="0" destOrd="0" presId="urn:microsoft.com/office/officeart/2005/8/layout/StepDownProcess"/>
    <dgm:cxn modelId="{2E3741BF-E44E-49F0-99F5-2B7C858633D9}" type="presParOf" srcId="{79FFBA86-69D8-4E25-8E66-9380EB693040}" destId="{5B2433D1-F7DF-49EE-8207-5B67DACDB136}" srcOrd="1" destOrd="0" presId="urn:microsoft.com/office/officeart/2005/8/layout/StepDownProcess"/>
    <dgm:cxn modelId="{22F421EE-08F0-4091-9851-862773E6477C}" type="presParOf" srcId="{79FFBA86-69D8-4E25-8E66-9380EB693040}" destId="{F00F0C3A-ABCD-4C93-900C-77ABF694FF76}" srcOrd="2" destOrd="0" presId="urn:microsoft.com/office/officeart/2005/8/layout/StepDownProcess"/>
    <dgm:cxn modelId="{18199ECC-89A2-48EF-AB7F-16590F736D7F}" type="presParOf" srcId="{50CDD232-18F9-409D-BAAE-931B8E6D876D}" destId="{A24A125A-8CEC-4824-822E-0FED11C6A058}" srcOrd="1" destOrd="0" presId="urn:microsoft.com/office/officeart/2005/8/layout/StepDownProcess"/>
    <dgm:cxn modelId="{E9FF92B7-6EC4-4EF1-A50E-6441D7088EDC}" type="presParOf" srcId="{50CDD232-18F9-409D-BAAE-931B8E6D876D}" destId="{7A8CAC86-A77D-4F84-B032-C7B18ABAEE31}" srcOrd="2" destOrd="0" presId="urn:microsoft.com/office/officeart/2005/8/layout/StepDownProcess"/>
    <dgm:cxn modelId="{FAB83D09-2960-4414-98AB-D2515D9D8180}" type="presParOf" srcId="{7A8CAC86-A77D-4F84-B032-C7B18ABAEE31}" destId="{718E9D3A-9001-4FF4-9AFF-40D6454CA8FD}" srcOrd="0" destOrd="0" presId="urn:microsoft.com/office/officeart/2005/8/layout/StepDownProcess"/>
    <dgm:cxn modelId="{7972D8AE-A505-463D-9F89-D700DDFA0508}" type="presParOf" srcId="{7A8CAC86-A77D-4F84-B032-C7B18ABAEE31}" destId="{F94F7CB5-B3AC-44F9-B66F-5C3E94CC6DBB}" srcOrd="1" destOrd="0" presId="urn:microsoft.com/office/officeart/2005/8/layout/StepDownProcess"/>
    <dgm:cxn modelId="{8A18BBD4-D4EE-40C6-B251-8FE78F5A7B47}" type="presParOf" srcId="{7A8CAC86-A77D-4F84-B032-C7B18ABAEE31}" destId="{B75DFBC0-F3D9-4FE4-9864-782CB6344306}" srcOrd="2" destOrd="0" presId="urn:microsoft.com/office/officeart/2005/8/layout/StepDownProcess"/>
    <dgm:cxn modelId="{8A3C9906-C2E4-4F76-8F46-F602306EBC35}" type="presParOf" srcId="{50CDD232-18F9-409D-BAAE-931B8E6D876D}" destId="{C39A8D49-9C09-4A18-82A8-2CF64CD3FB3F}" srcOrd="3" destOrd="0" presId="urn:microsoft.com/office/officeart/2005/8/layout/StepDownProcess"/>
    <dgm:cxn modelId="{AE9F628F-A3AA-471E-A997-68D0EDFDDDDF}" type="presParOf" srcId="{50CDD232-18F9-409D-BAAE-931B8E6D876D}" destId="{3CF7826E-5B50-4A18-B695-340D25EACEF9}" srcOrd="4" destOrd="0" presId="urn:microsoft.com/office/officeart/2005/8/layout/StepDownProcess"/>
    <dgm:cxn modelId="{3A8D887C-FFE0-44ED-BD45-8078AAA33E28}" type="presParOf" srcId="{3CF7826E-5B50-4A18-B695-340D25EACEF9}" destId="{8CB277D4-7AE1-44A2-9DEA-9385D599C16B}" srcOrd="0" destOrd="0" presId="urn:microsoft.com/office/officeart/2005/8/layout/StepDownProcess"/>
    <dgm:cxn modelId="{06C1C519-C47B-4E56-9CFC-F899ED5D4830}" type="presParOf" srcId="{3CF7826E-5B50-4A18-B695-340D25EACEF9}" destId="{A69B197D-8589-4676-8147-8703FCE8A4A7}" srcOrd="1" destOrd="0" presId="urn:microsoft.com/office/officeart/2005/8/layout/StepDownProcess"/>
    <dgm:cxn modelId="{666051A7-EC79-4B81-AA7A-8D1AD02C15EE}" type="presParOf" srcId="{3CF7826E-5B50-4A18-B695-340D25EACEF9}" destId="{92247D3C-E4B7-403F-B946-F47EA7162986}" srcOrd="2" destOrd="0" presId="urn:microsoft.com/office/officeart/2005/8/layout/StepDownProcess"/>
    <dgm:cxn modelId="{9E46548A-EC79-4DF6-BDE8-F6487AF32D7A}" type="presParOf" srcId="{50CDD232-18F9-409D-BAAE-931B8E6D876D}" destId="{19904916-9D6A-43CD-B727-70B22CEA84D3}" srcOrd="5" destOrd="0" presId="urn:microsoft.com/office/officeart/2005/8/layout/StepDownProcess"/>
    <dgm:cxn modelId="{A3757897-EFF5-46D3-9617-3FF1E8C714D2}" type="presParOf" srcId="{50CDD232-18F9-409D-BAAE-931B8E6D876D}" destId="{7F2C0068-04AC-41C4-9FF9-C750222291BB}" srcOrd="6" destOrd="0" presId="urn:microsoft.com/office/officeart/2005/8/layout/StepDownProcess"/>
    <dgm:cxn modelId="{DE7471D7-77B9-4ED0-8C73-2AAE63F06548}" type="presParOf" srcId="{7F2C0068-04AC-41C4-9FF9-C750222291BB}" destId="{5C1B2368-E07B-4EA2-ACCF-D920A339A77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AC82B-49B5-4F50-8421-9588062004D0}">
      <dsp:nvSpPr>
        <dsp:cNvPr id="0" name=""/>
        <dsp:cNvSpPr/>
      </dsp:nvSpPr>
      <dsp:spPr>
        <a:xfrm>
          <a:off x="2827" y="901895"/>
          <a:ext cx="1646039" cy="65841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effectLst/>
              <a:latin typeface="Golos Text" panose="020B0503020202020204"/>
            </a:rPr>
            <a:t>Server</a:t>
          </a:r>
          <a:endParaRPr lang="ru-RU" sz="1000" kern="1200" dirty="0"/>
        </a:p>
      </dsp:txBody>
      <dsp:txXfrm>
        <a:off x="332035" y="901895"/>
        <a:ext cx="987624" cy="658415"/>
      </dsp:txXfrm>
    </dsp:sp>
    <dsp:sp modelId="{0A11A7C9-53FD-47A0-B4B5-CE16716BDE04}">
      <dsp:nvSpPr>
        <dsp:cNvPr id="0" name=""/>
        <dsp:cNvSpPr/>
      </dsp:nvSpPr>
      <dsp:spPr>
        <a:xfrm>
          <a:off x="1484262" y="901895"/>
          <a:ext cx="1646039" cy="65841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effectLst/>
              <a:latin typeface="Golos Text" panose="020B0503020202020204"/>
            </a:rPr>
            <a:t>auth.log</a:t>
          </a:r>
          <a:endParaRPr lang="ru-RU" sz="1000" kern="1200" dirty="0"/>
        </a:p>
      </dsp:txBody>
      <dsp:txXfrm>
        <a:off x="1813470" y="901895"/>
        <a:ext cx="987624" cy="658415"/>
      </dsp:txXfrm>
    </dsp:sp>
    <dsp:sp modelId="{EC924C93-2210-4378-9CEB-7ACD8E7487E0}">
      <dsp:nvSpPr>
        <dsp:cNvPr id="0" name=""/>
        <dsp:cNvSpPr/>
      </dsp:nvSpPr>
      <dsp:spPr>
        <a:xfrm>
          <a:off x="2965698" y="901895"/>
          <a:ext cx="1646039" cy="65841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>
              <a:effectLst/>
              <a:latin typeface="Golos Text" panose="020B0503020202020204"/>
            </a:rPr>
            <a:t>Attacker (Root) </a:t>
          </a:r>
          <a:endParaRPr lang="ru-RU" sz="1000" kern="1200" dirty="0"/>
        </a:p>
      </dsp:txBody>
      <dsp:txXfrm>
        <a:off x="3294906" y="901895"/>
        <a:ext cx="987624" cy="658415"/>
      </dsp:txXfrm>
    </dsp:sp>
    <dsp:sp modelId="{4413EC57-A092-455A-BF27-C61B0BAC474B}">
      <dsp:nvSpPr>
        <dsp:cNvPr id="0" name=""/>
        <dsp:cNvSpPr/>
      </dsp:nvSpPr>
      <dsp:spPr>
        <a:xfrm>
          <a:off x="4449960" y="901895"/>
          <a:ext cx="1646039" cy="65841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baseline="0" dirty="0">
              <a:latin typeface="+mn-lt"/>
            </a:rPr>
            <a:t>Logs Modified/Deleted</a:t>
          </a:r>
          <a:endParaRPr lang="ru-RU" sz="1000" kern="1200" dirty="0">
            <a:latin typeface="Golos Text" panose="020B0503020202020204"/>
          </a:endParaRPr>
        </a:p>
      </dsp:txBody>
      <dsp:txXfrm>
        <a:off x="4779168" y="901895"/>
        <a:ext cx="987624" cy="6584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0DC81-F8D3-496C-B8AB-9D75D00E1988}">
      <dsp:nvSpPr>
        <dsp:cNvPr id="0" name=""/>
        <dsp:cNvSpPr/>
      </dsp:nvSpPr>
      <dsp:spPr>
        <a:xfrm rot="5400000">
          <a:off x="851008" y="502531"/>
          <a:ext cx="441331" cy="5024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B2433D1-F7DF-49EE-8207-5B67DACDB136}">
      <dsp:nvSpPr>
        <dsp:cNvPr id="0" name=""/>
        <dsp:cNvSpPr/>
      </dsp:nvSpPr>
      <dsp:spPr>
        <a:xfrm>
          <a:off x="734082" y="13306"/>
          <a:ext cx="742943" cy="52003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Golos Text" panose="020B0503020202020204"/>
            </a:rPr>
            <a:t>Log Line </a:t>
          </a:r>
          <a:endParaRPr lang="ru-RU" sz="1000" kern="1200" dirty="0"/>
        </a:p>
      </dsp:txBody>
      <dsp:txXfrm>
        <a:off x="759473" y="38697"/>
        <a:ext cx="692161" cy="469254"/>
      </dsp:txXfrm>
    </dsp:sp>
    <dsp:sp modelId="{F00F0C3A-ABCD-4C93-900C-77ABF694FF76}">
      <dsp:nvSpPr>
        <dsp:cNvPr id="0" name=""/>
        <dsp:cNvSpPr/>
      </dsp:nvSpPr>
      <dsp:spPr>
        <a:xfrm>
          <a:off x="1477025" y="62903"/>
          <a:ext cx="540346" cy="4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8E9D3A-9001-4FF4-9AFF-40D6454CA8FD}">
      <dsp:nvSpPr>
        <dsp:cNvPr id="0" name=""/>
        <dsp:cNvSpPr/>
      </dsp:nvSpPr>
      <dsp:spPr>
        <a:xfrm rot="5400000">
          <a:off x="1466987" y="1086703"/>
          <a:ext cx="441331" cy="5024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4F7CB5-B3AC-44F9-B66F-5C3E94CC6DBB}">
      <dsp:nvSpPr>
        <dsp:cNvPr id="0" name=""/>
        <dsp:cNvSpPr/>
      </dsp:nvSpPr>
      <dsp:spPr>
        <a:xfrm>
          <a:off x="1350061" y="597478"/>
          <a:ext cx="742943" cy="52003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Golos Text" panose="020B0503020202020204"/>
            </a:rPr>
            <a:t>SHA-256</a:t>
          </a:r>
          <a:endParaRPr lang="ru-RU" sz="1000" kern="1200" dirty="0"/>
        </a:p>
      </dsp:txBody>
      <dsp:txXfrm>
        <a:off x="1375452" y="622869"/>
        <a:ext cx="692161" cy="469254"/>
      </dsp:txXfrm>
    </dsp:sp>
    <dsp:sp modelId="{B75DFBC0-F3D9-4FE4-9864-782CB6344306}">
      <dsp:nvSpPr>
        <dsp:cNvPr id="0" name=""/>
        <dsp:cNvSpPr/>
      </dsp:nvSpPr>
      <dsp:spPr>
        <a:xfrm>
          <a:off x="2093004" y="647075"/>
          <a:ext cx="540346" cy="4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B277D4-7AE1-44A2-9DEA-9385D599C16B}">
      <dsp:nvSpPr>
        <dsp:cNvPr id="0" name=""/>
        <dsp:cNvSpPr/>
      </dsp:nvSpPr>
      <dsp:spPr>
        <a:xfrm rot="5400000">
          <a:off x="2082965" y="1670875"/>
          <a:ext cx="441331" cy="50244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69B197D-8589-4676-8147-8703FCE8A4A7}">
      <dsp:nvSpPr>
        <dsp:cNvPr id="0" name=""/>
        <dsp:cNvSpPr/>
      </dsp:nvSpPr>
      <dsp:spPr>
        <a:xfrm>
          <a:off x="1966039" y="1181650"/>
          <a:ext cx="742943" cy="52003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Golos Text" panose="020B0503020202020204"/>
            </a:rPr>
            <a:t>Blockchain Transaction </a:t>
          </a:r>
          <a:endParaRPr lang="ru-RU" sz="1000" kern="1200" dirty="0"/>
        </a:p>
      </dsp:txBody>
      <dsp:txXfrm>
        <a:off x="1991430" y="1207041"/>
        <a:ext cx="692161" cy="469254"/>
      </dsp:txXfrm>
    </dsp:sp>
    <dsp:sp modelId="{92247D3C-E4B7-403F-B946-F47EA7162986}">
      <dsp:nvSpPr>
        <dsp:cNvPr id="0" name=""/>
        <dsp:cNvSpPr/>
      </dsp:nvSpPr>
      <dsp:spPr>
        <a:xfrm>
          <a:off x="2708982" y="1231247"/>
          <a:ext cx="540346" cy="4203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1B2368-E07B-4EA2-ACCF-D920A339A772}">
      <dsp:nvSpPr>
        <dsp:cNvPr id="0" name=""/>
        <dsp:cNvSpPr/>
      </dsp:nvSpPr>
      <dsp:spPr>
        <a:xfrm>
          <a:off x="2582018" y="1765822"/>
          <a:ext cx="742943" cy="52003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Golos Text" panose="020B0503020202020204"/>
            </a:rPr>
            <a:t>Immutable Proof</a:t>
          </a:r>
          <a:endParaRPr lang="ru-RU" sz="1000" kern="1200" dirty="0"/>
        </a:p>
      </dsp:txBody>
      <dsp:txXfrm>
        <a:off x="2607409" y="1791213"/>
        <a:ext cx="692161" cy="4692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94833" y="1820332"/>
            <a:ext cx="7154334" cy="1502836"/>
          </a:xfrm>
        </p:spPr>
        <p:txBody>
          <a:bodyPr>
            <a:noAutofit/>
          </a:bodyPr>
          <a:lstStyle/>
          <a:p>
            <a:pPr algn="ctr"/>
            <a:br>
              <a:rPr lang="ru-RU" sz="1600" dirty="0">
                <a:solidFill>
                  <a:schemeClr val="bg1"/>
                </a:solidFill>
              </a:rPr>
            </a:br>
            <a:br>
              <a:rPr lang="ru-RU" sz="1600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Децентрализованная система неизменяемого аудита критических событий ИТ-инфраструктуры</a:t>
            </a:r>
            <a:br>
              <a:rPr lang="ru-RU" sz="5400" dirty="0">
                <a:solidFill>
                  <a:schemeClr val="bg1"/>
                </a:solidFill>
              </a:rPr>
            </a:br>
            <a:r>
              <a:rPr lang="ru-RU" sz="5400" dirty="0">
                <a:solidFill>
                  <a:schemeClr val="bg1"/>
                </a:solidFill>
              </a:rPr>
              <a:t>«</a:t>
            </a:r>
            <a:r>
              <a:rPr lang="en-US" sz="5400" dirty="0">
                <a:solidFill>
                  <a:schemeClr val="bg1"/>
                </a:solidFill>
              </a:rPr>
              <a:t>ImmutableLog</a:t>
            </a:r>
            <a:r>
              <a:rPr lang="ru-RU" sz="5400" dirty="0">
                <a:solidFill>
                  <a:schemeClr val="bg1"/>
                </a:solidFill>
              </a:rPr>
              <a:t>»</a:t>
            </a:r>
            <a:br>
              <a:rPr lang="ru-RU" sz="54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F89098-05B4-0595-A3DF-26AAB9281AC1}"/>
              </a:ext>
            </a:extLst>
          </p:cNvPr>
          <p:cNvSpPr txBox="1"/>
          <p:nvPr/>
        </p:nvSpPr>
        <p:spPr>
          <a:xfrm>
            <a:off x="5068957" y="4002078"/>
            <a:ext cx="3975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400" dirty="0">
                <a:solidFill>
                  <a:schemeClr val="bg1"/>
                </a:solidFill>
              </a:rPr>
              <a:t>Выполнили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студенты группы </a:t>
            </a:r>
            <a:r>
              <a:rPr lang="en-US" sz="1400" dirty="0">
                <a:solidFill>
                  <a:schemeClr val="bg1"/>
                </a:solidFill>
              </a:rPr>
              <a:t>N3346</a:t>
            </a:r>
            <a:r>
              <a:rPr lang="ru-RU" sz="1400" dirty="0">
                <a:solidFill>
                  <a:schemeClr val="bg1"/>
                </a:solidFill>
              </a:rPr>
              <a:t>:</a:t>
            </a:r>
          </a:p>
          <a:p>
            <a:pPr algn="r"/>
            <a:r>
              <a:rPr lang="ru-RU" sz="1400" dirty="0">
                <a:solidFill>
                  <a:schemeClr val="bg1"/>
                </a:solidFill>
              </a:rPr>
              <a:t>Бардышев Артём Антонович,</a:t>
            </a:r>
          </a:p>
          <a:p>
            <a:pPr algn="r"/>
            <a:r>
              <a:rPr lang="ru-RU" sz="1400" dirty="0">
                <a:solidFill>
                  <a:schemeClr val="bg1"/>
                </a:solidFill>
              </a:rPr>
              <a:t>Суханкулиев Мухаммет,</a:t>
            </a:r>
          </a:p>
          <a:p>
            <a:pPr algn="r"/>
            <a:r>
              <a:rPr lang="ru-RU" sz="1400" dirty="0">
                <a:solidFill>
                  <a:schemeClr val="bg1"/>
                </a:solidFill>
              </a:rPr>
              <a:t>Шангина Елизавета Кирилловна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F38E4A-E50F-9F2E-19E7-59E1B5C87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639" y="4141869"/>
            <a:ext cx="899532" cy="7989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8F7003A0-E67D-5D8C-62A9-5B4858F66756}"/>
              </a:ext>
            </a:extLst>
          </p:cNvPr>
          <p:cNvSpPr txBox="1">
            <a:spLocks/>
          </p:cNvSpPr>
          <p:nvPr/>
        </p:nvSpPr>
        <p:spPr>
          <a:xfrm>
            <a:off x="1371600" y="251781"/>
            <a:ext cx="6400800" cy="13693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solidFill>
                  <a:schemeClr val="bg1"/>
                </a:solidFill>
              </a:rPr>
              <a:t>Технологии и безопасность блокчейна</a:t>
            </a:r>
            <a:endParaRPr lang="en-US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9502" y="1211943"/>
            <a:ext cx="7125298" cy="3447143"/>
          </a:xfrm>
        </p:spPr>
        <p:txBody>
          <a:bodyPr>
            <a:normAutofit/>
          </a:bodyPr>
          <a:lstStyle/>
          <a:p>
            <a:endParaRPr lang="ru-RU" sz="1600" dirty="0">
              <a:latin typeface="Golos Text" panose="020B0503020202020204"/>
            </a:endParaRPr>
          </a:p>
          <a:p>
            <a:r>
              <a:rPr lang="ru-RU" sz="1600" dirty="0">
                <a:latin typeface="Golos Text" panose="020B0503020202020204"/>
              </a:rPr>
              <a:t>Локальные логи — это улики в руках преступника</a:t>
            </a:r>
          </a:p>
          <a:p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r>
              <a:rPr lang="ru-RU" b="1" dirty="0"/>
              <a:t>После получения </a:t>
            </a:r>
            <a:r>
              <a:rPr lang="ru-RU" b="1" dirty="0" err="1"/>
              <a:t>root</a:t>
            </a:r>
            <a:r>
              <a:rPr lang="ru-RU" b="1" dirty="0"/>
              <a:t>-доступа журнал перестаёт быть доказательством</a:t>
            </a:r>
            <a:endParaRPr lang="ru-RU" dirty="0"/>
          </a:p>
          <a:p>
            <a:endParaRPr lang="ru-RU" dirty="0"/>
          </a:p>
          <a:p>
            <a:r>
              <a:rPr lang="ru-RU" dirty="0"/>
              <a:t>Локальный файл больше нельзя считать неопровержимым источником правды</a:t>
            </a:r>
          </a:p>
          <a:p>
            <a:endParaRPr lang="ru-RU" sz="1600" dirty="0">
              <a:latin typeface="Golos Text" panose="020B0503020202020204"/>
            </a:endParaRPr>
          </a:p>
          <a:p>
            <a:endParaRPr lang="ru-RU" sz="1400" b="0" i="0" dirty="0">
              <a:solidFill>
                <a:srgbClr val="2C2D2E"/>
              </a:solidFill>
              <a:effectLst/>
              <a:latin typeface="Golos Text" panose="020B0503020202020204"/>
            </a:endParaRP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B2B2740D-E192-79B9-231B-4854DA3032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939573"/>
              </p:ext>
            </p:extLst>
          </p:nvPr>
        </p:nvGraphicFramePr>
        <p:xfrm>
          <a:off x="457200" y="1340646"/>
          <a:ext cx="6096000" cy="2462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B9C3CA5B-C244-2833-5DEB-DC0AF8C19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6698343" y="1622626"/>
            <a:ext cx="1988457" cy="1988457"/>
          </a:xfrm>
          <a:prstGeom prst="roundRect">
            <a:avLst>
              <a:gd name="adj" fmla="val 10536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942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C6FBE-04D7-F272-1DBD-4546415B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25D2D-C116-5C56-A7BB-3936DDDF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Концепция </a:t>
            </a:r>
            <a:r>
              <a:rPr lang="en-US" dirty="0">
                <a:solidFill>
                  <a:schemeClr val="bg1"/>
                </a:solidFill>
              </a:rPr>
              <a:t>Anchoring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7BD458-C9E1-280B-B549-363E3405A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352" y="2571751"/>
            <a:ext cx="3456878" cy="2413528"/>
          </a:xfrm>
        </p:spPr>
        <p:txBody>
          <a:bodyPr>
            <a:normAutofit/>
          </a:bodyPr>
          <a:lstStyle/>
          <a:p>
            <a:r>
              <a:rPr lang="ru-RU" sz="1600" b="1" i="1" dirty="0">
                <a:latin typeface="Golos Text" panose="020B0503020202020204"/>
              </a:rPr>
              <a:t>Почему не хранить логи целиком?</a:t>
            </a:r>
          </a:p>
          <a:p>
            <a:endParaRPr lang="ru-RU" sz="1000" dirty="0">
              <a:latin typeface="Golos Text" panose="020B0503020202020204"/>
            </a:endParaRPr>
          </a:p>
          <a:p>
            <a:pPr marL="342900" indent="-342900">
              <a:buAutoNum type="arabicPeriod"/>
            </a:pPr>
            <a:r>
              <a:rPr lang="ru-RU" sz="1600" dirty="0">
                <a:latin typeface="Golos Text" panose="020B0503020202020204"/>
              </a:rPr>
              <a:t>Экономия газа (всего 32 байта)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Golos Text" panose="020B0503020202020204"/>
              </a:rPr>
              <a:t>Конфиденциальность (данные не покидают периметр)</a:t>
            </a:r>
          </a:p>
          <a:p>
            <a:pPr marL="342900" indent="-342900">
              <a:buAutoNum type="arabicPeriod"/>
            </a:pPr>
            <a:r>
              <a:rPr lang="ru-RU" sz="1600" dirty="0">
                <a:latin typeface="Golos Text" panose="020B0503020202020204"/>
              </a:rPr>
              <a:t>Скорость</a:t>
            </a:r>
          </a:p>
          <a:p>
            <a:endParaRPr lang="ru-RU" sz="1600" dirty="0">
              <a:latin typeface="Golos Text" panose="020B0503020202020204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31186992-9104-C9B6-2682-AE5D033DB4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121649"/>
              </p:ext>
            </p:extLst>
          </p:nvPr>
        </p:nvGraphicFramePr>
        <p:xfrm>
          <a:off x="44605" y="2327037"/>
          <a:ext cx="4059044" cy="2299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49D956-4A74-895E-06A4-5881C1F5CF9A}"/>
              </a:ext>
            </a:extLst>
          </p:cNvPr>
          <p:cNvSpPr txBox="1"/>
          <p:nvPr/>
        </p:nvSpPr>
        <p:spPr>
          <a:xfrm>
            <a:off x="1639229" y="1403540"/>
            <a:ext cx="58655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/>
              <a:t>Anchoring</a:t>
            </a:r>
            <a:r>
              <a:rPr lang="ru-RU" dirty="0"/>
              <a:t> — фиксация криптографического отпечатка данных во внешнем неизменяемом реестре, чтобы изменения локальной копии можно было обнаружить</a:t>
            </a:r>
          </a:p>
        </p:txBody>
      </p:sp>
    </p:spTree>
    <p:extLst>
      <p:ext uri="{BB962C8B-B14F-4D97-AF65-F5344CB8AC3E}">
        <p14:creationId xmlns:p14="http://schemas.microsoft.com/office/powerpoint/2010/main" val="1548687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01A74-676C-C7DB-96C4-07F620E9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C330C7-6C9B-2B3B-96A8-02CC81E72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Архитектура системы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34CF73E-B7CE-CCCD-6B1E-88666DD68C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55946" y="1186483"/>
            <a:ext cx="4759381" cy="33956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6AAACB-347A-DE10-086E-FBCCAC97C1AB}"/>
              </a:ext>
            </a:extLst>
          </p:cNvPr>
          <p:cNvSpPr txBox="1"/>
          <p:nvPr/>
        </p:nvSpPr>
        <p:spPr>
          <a:xfrm>
            <a:off x="5315327" y="1495904"/>
            <a:ext cx="312986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/>
              <a:t>UI</a:t>
            </a:r>
            <a:r>
              <a:rPr lang="ru-RU" sz="1400" dirty="0"/>
              <a:t> — загрузка журнала и сценарии регистрации/аудита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/>
              <a:t>Python + Web3</a:t>
            </a:r>
            <a:r>
              <a:rPr lang="ru-RU" sz="1400" dirty="0"/>
              <a:t> — </a:t>
            </a:r>
            <a:br>
              <a:rPr lang="ru-RU" sz="1400" dirty="0"/>
            </a:br>
            <a:r>
              <a:rPr lang="ru-RU" sz="1400" dirty="0"/>
              <a:t>хэширование, подпись транзакций, работа с реестром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/>
              <a:t>Смарт-контракт + </a:t>
            </a:r>
            <a:r>
              <a:rPr lang="ru-RU" sz="1400" b="1" dirty="0" err="1"/>
              <a:t>Ganache</a:t>
            </a:r>
            <a:r>
              <a:rPr lang="ru-RU" sz="1400" dirty="0"/>
              <a:t> —</a:t>
            </a:r>
            <a:br>
              <a:rPr lang="ru-RU" sz="1400" dirty="0"/>
            </a:br>
            <a:r>
              <a:rPr lang="ru-RU" sz="1400" dirty="0"/>
              <a:t>неизменяемый якорь отпечатков (EVM)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/>
              <a:t>Shadow DB (JSON)</a:t>
            </a:r>
            <a:r>
              <a:rPr lang="ru-RU" sz="1400" dirty="0"/>
              <a:t> —</a:t>
            </a:r>
            <a:br>
              <a:rPr lang="ru-RU" sz="1400" dirty="0"/>
            </a:br>
            <a:r>
              <a:rPr lang="ru-RU" sz="1400" dirty="0"/>
              <a:t>хэш ↔ текст для восстановления при аудите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6832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524F7A-B493-797E-1731-70F3BE23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D4E9C-136F-FA7F-B95E-FDE04846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Forensic-Grade Logic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44828A-AB5C-055C-E52D-F098691DC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344" y="1596946"/>
            <a:ext cx="685896" cy="847843"/>
          </a:xfrm>
          <a:prstGeom prst="round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8DE524-84C6-4DD1-85DC-B3CCB0060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30" y="1596945"/>
            <a:ext cx="792063" cy="847843"/>
          </a:xfrm>
          <a:prstGeom prst="round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62774-EA83-0C59-9DF8-E44C158129B6}"/>
              </a:ext>
            </a:extLst>
          </p:cNvPr>
          <p:cNvSpPr txBox="1"/>
          <p:nvPr/>
        </p:nvSpPr>
        <p:spPr>
          <a:xfrm>
            <a:off x="2022087" y="1120036"/>
            <a:ext cx="1494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MASTER SEAL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61ACF-FE21-FA41-21D0-7005E7D384C9}"/>
              </a:ext>
            </a:extLst>
          </p:cNvPr>
          <p:cNvSpPr txBox="1"/>
          <p:nvPr/>
        </p:nvSpPr>
        <p:spPr>
          <a:xfrm>
            <a:off x="5141955" y="1120036"/>
            <a:ext cx="2104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GRANULAR AUDIT 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713D6-83EF-C063-0A4A-00039FC002A1}"/>
              </a:ext>
            </a:extLst>
          </p:cNvPr>
          <p:cNvSpPr txBox="1"/>
          <p:nvPr/>
        </p:nvSpPr>
        <p:spPr>
          <a:xfrm>
            <a:off x="1773103" y="2444789"/>
            <a:ext cx="191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SHA256(File)</a:t>
            </a:r>
            <a:endParaRPr lang="ru-RU" dirty="0"/>
          </a:p>
          <a:p>
            <a:pPr algn="ctr"/>
            <a:r>
              <a:rPr lang="ru-RU" dirty="0"/>
              <a:t>весь журнал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DF728-D7C3-4D7A-74AC-848EC70644C7}"/>
              </a:ext>
            </a:extLst>
          </p:cNvPr>
          <p:cNvSpPr txBox="1"/>
          <p:nvPr/>
        </p:nvSpPr>
        <p:spPr>
          <a:xfrm>
            <a:off x="4978854" y="2458642"/>
            <a:ext cx="257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SHA256(Filename</a:t>
            </a:r>
            <a:r>
              <a:rPr lang="ru-RU" dirty="0"/>
              <a:t> </a:t>
            </a:r>
            <a:r>
              <a:rPr lang="en-US" dirty="0"/>
              <a:t>+</a:t>
            </a:r>
            <a:r>
              <a:rPr lang="ru-RU" dirty="0"/>
              <a:t> </a:t>
            </a:r>
            <a:r>
              <a:rPr lang="en-US" dirty="0"/>
              <a:t>Line)</a:t>
            </a:r>
            <a:endParaRPr lang="ru-RU" dirty="0"/>
          </a:p>
          <a:p>
            <a:pPr algn="ctr"/>
            <a:r>
              <a:rPr lang="ru-RU" dirty="0"/>
              <a:t>критичные строки </a:t>
            </a:r>
          </a:p>
        </p:txBody>
      </p:sp>
      <p:sp>
        <p:nvSpPr>
          <p:cNvPr id="13" name="Стрелка: изогнутая вверх 12">
            <a:extLst>
              <a:ext uri="{FF2B5EF4-FFF2-40B4-BE49-F238E27FC236}">
                <a16:creationId xmlns:a16="http://schemas.microsoft.com/office/drawing/2014/main" id="{A50C3690-3000-A542-4EF5-89178046C36E}"/>
              </a:ext>
            </a:extLst>
          </p:cNvPr>
          <p:cNvSpPr/>
          <p:nvPr/>
        </p:nvSpPr>
        <p:spPr>
          <a:xfrm rot="5400000">
            <a:off x="2345252" y="3270284"/>
            <a:ext cx="1085386" cy="646331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: изогнутая вверх 18">
            <a:extLst>
              <a:ext uri="{FF2B5EF4-FFF2-40B4-BE49-F238E27FC236}">
                <a16:creationId xmlns:a16="http://schemas.microsoft.com/office/drawing/2014/main" id="{138C48FA-AD70-9DDE-EBBF-8163EE775F20}"/>
              </a:ext>
            </a:extLst>
          </p:cNvPr>
          <p:cNvSpPr/>
          <p:nvPr/>
        </p:nvSpPr>
        <p:spPr>
          <a:xfrm rot="5400000" flipV="1">
            <a:off x="5390198" y="3259629"/>
            <a:ext cx="1085386" cy="667643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EAB016-CF4E-287A-7839-FD57CA05914C}"/>
              </a:ext>
            </a:extLst>
          </p:cNvPr>
          <p:cNvSpPr txBox="1"/>
          <p:nvPr/>
        </p:nvSpPr>
        <p:spPr>
          <a:xfrm>
            <a:off x="3193324" y="3774245"/>
            <a:ext cx="2423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Блокчейн — реестр</a:t>
            </a:r>
          </a:p>
        </p:txBody>
      </p:sp>
    </p:spTree>
    <p:extLst>
      <p:ext uri="{BB962C8B-B14F-4D97-AF65-F5344CB8AC3E}">
        <p14:creationId xmlns:p14="http://schemas.microsoft.com/office/powerpoint/2010/main" val="2094099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0AC69F-EF2E-1332-BBBF-B78788CA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E0231-B9C1-3E61-7E75-49E5724C2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7287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Безопасность смарт-контракта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DB9B88-5861-B354-FF1C-D2014AB7F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8526" y="1236725"/>
            <a:ext cx="2910021" cy="34471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2D2E"/>
                </a:solidFill>
                <a:latin typeface="Golos Text" panose="020B0503020202020204"/>
              </a:rPr>
              <a:t>RBAC</a:t>
            </a: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: </a:t>
            </a:r>
            <a:br>
              <a:rPr lang="ru-RU" sz="1600" dirty="0">
                <a:solidFill>
                  <a:srgbClr val="2C2D2E"/>
                </a:solidFill>
                <a:latin typeface="Golos Text" panose="020B0503020202020204"/>
              </a:rPr>
            </a:br>
            <a:r>
              <a:rPr lang="en-US" sz="1600" dirty="0" err="1">
                <a:solidFill>
                  <a:srgbClr val="2C2D2E"/>
                </a:solidFill>
                <a:latin typeface="Golos Text" panose="020B0503020202020204"/>
              </a:rPr>
              <a:t>OpenZeppelin</a:t>
            </a: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 Ownable (</a:t>
            </a:r>
            <a:r>
              <a:rPr lang="ru-RU" sz="1600" dirty="0">
                <a:solidFill>
                  <a:srgbClr val="2C2D2E"/>
                </a:solidFill>
                <a:latin typeface="Golos Text" panose="020B0503020202020204"/>
              </a:rPr>
              <a:t>авторизация на уровне </a:t>
            </a: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EVM).</a:t>
            </a:r>
            <a:endParaRPr lang="ru-RU" sz="1600" dirty="0">
              <a:solidFill>
                <a:srgbClr val="2C2D2E"/>
              </a:solidFill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C2D2E"/>
              </a:solidFill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2D2E"/>
                </a:solidFill>
                <a:latin typeface="Golos Text" panose="020B0503020202020204"/>
              </a:rPr>
              <a:t>Anti-DDoS</a:t>
            </a: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: </a:t>
            </a:r>
            <a:br>
              <a:rPr lang="ru-RU" sz="1600" dirty="0">
                <a:solidFill>
                  <a:srgbClr val="2C2D2E"/>
                </a:solidFill>
                <a:latin typeface="Golos Text" panose="020B0503020202020204"/>
              </a:rPr>
            </a:b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Cooldown 2s </a:t>
            </a:r>
            <a:r>
              <a:rPr lang="ru-RU" sz="1600" dirty="0">
                <a:solidFill>
                  <a:srgbClr val="2C2D2E"/>
                </a:solidFill>
                <a:latin typeface="Golos Text" panose="020B0503020202020204"/>
              </a:rPr>
              <a:t>между записями от одного адреса.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2C2D2E"/>
              </a:solidFill>
              <a:latin typeface="Golos Text" panose="020B0503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C2D2E"/>
                </a:solidFill>
                <a:latin typeface="Golos Text" panose="020B0503020202020204"/>
              </a:rPr>
              <a:t>Replay Protection</a:t>
            </a: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: </a:t>
            </a:r>
            <a:br>
              <a:rPr lang="ru-RU" sz="1600" dirty="0">
                <a:solidFill>
                  <a:srgbClr val="2C2D2E"/>
                </a:solidFill>
                <a:latin typeface="Golos Text" panose="020B0503020202020204"/>
              </a:rPr>
            </a:br>
            <a:r>
              <a:rPr lang="ru-RU" sz="1600" dirty="0">
                <a:solidFill>
                  <a:srgbClr val="2C2D2E"/>
                </a:solidFill>
                <a:latin typeface="Golos Text" panose="020B0503020202020204"/>
              </a:rPr>
              <a:t>Проверка _</a:t>
            </a:r>
            <a:r>
              <a:rPr lang="en-US" sz="1600" dirty="0" err="1">
                <a:solidFill>
                  <a:srgbClr val="2C2D2E"/>
                </a:solidFill>
                <a:latin typeface="Golos Text" panose="020B0503020202020204"/>
              </a:rPr>
              <a:t>registeredHashes</a:t>
            </a:r>
            <a:r>
              <a:rPr lang="en-US" sz="1600" dirty="0">
                <a:solidFill>
                  <a:srgbClr val="2C2D2E"/>
                </a:solidFill>
                <a:latin typeface="Golos Text" panose="020B0503020202020204"/>
              </a:rPr>
              <a:t> (</a:t>
            </a:r>
            <a:r>
              <a:rPr lang="ru-RU" sz="1600" dirty="0">
                <a:solidFill>
                  <a:srgbClr val="2C2D2E"/>
                </a:solidFill>
                <a:latin typeface="Golos Text" panose="020B0503020202020204"/>
              </a:rPr>
              <a:t>защита от дубликатов).</a:t>
            </a:r>
            <a:endParaRPr lang="ru-RU" sz="1600" dirty="0">
              <a:latin typeface="Golos Text" panose="020B0503020202020204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6F4EBA-2E55-74E8-AD89-654D81D13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53" y="852867"/>
            <a:ext cx="3865853" cy="4002918"/>
          </a:xfrm>
          <a:prstGeom prst="roundRect">
            <a:avLst>
              <a:gd name="adj" fmla="val 4159"/>
            </a:avLst>
          </a:prstGeom>
        </p:spPr>
      </p:pic>
    </p:spTree>
    <p:extLst>
      <p:ext uri="{BB962C8B-B14F-4D97-AF65-F5344CB8AC3E}">
        <p14:creationId xmlns:p14="http://schemas.microsoft.com/office/powerpoint/2010/main" val="392241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130644-50C5-B64D-C078-019564C7B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Демо: реестр в сети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7045F5-7572-AEA8-9EED-01A5E956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9133"/>
            <a:ext cx="2990724" cy="3678207"/>
          </a:xfrm>
          <a:prstGeom prst="roundRect">
            <a:avLst>
              <a:gd name="adj" fmla="val 4069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9D2ABF-52FC-B56F-3C1D-D9EAA3B5CAF8}"/>
              </a:ext>
            </a:extLst>
          </p:cNvPr>
          <p:cNvSpPr txBox="1"/>
          <p:nvPr/>
        </p:nvSpPr>
        <p:spPr>
          <a:xfrm>
            <a:off x="3538541" y="1494191"/>
            <a:ext cx="5148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/>
              <a:t>«Синхронизировать с сетью» → </a:t>
            </a:r>
            <a:r>
              <a:rPr lang="en-US" sz="1600" i="1" dirty="0" err="1"/>
              <a:t>getLogsCount</a:t>
            </a:r>
            <a:r>
              <a:rPr lang="en-US" sz="1600" i="1" dirty="0"/>
              <a:t>/</a:t>
            </a:r>
            <a:r>
              <a:rPr lang="en-US" sz="1600" i="1" dirty="0" err="1"/>
              <a:t>auditTrail</a:t>
            </a:r>
            <a:endParaRPr lang="ru-RU" sz="16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ACBB05-6D61-4BDD-9E72-45BC27C99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600" y="1890194"/>
            <a:ext cx="3091113" cy="2703107"/>
          </a:xfrm>
          <a:prstGeom prst="roundRect">
            <a:avLst>
              <a:gd name="adj" fmla="val 9406"/>
            </a:avLst>
          </a:prstGeom>
        </p:spPr>
      </p:pic>
    </p:spTree>
    <p:extLst>
      <p:ext uri="{BB962C8B-B14F-4D97-AF65-F5344CB8AC3E}">
        <p14:creationId xmlns:p14="http://schemas.microsoft.com/office/powerpoint/2010/main" val="404628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A2AF7-B528-9D5E-1D01-926CC6F2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Демо: регистрация событий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6AE5EDD-9E33-FC87-2627-05A87F215B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962" r="5"/>
          <a:stretch>
            <a:fillRect/>
          </a:stretch>
        </p:blipFill>
        <p:spPr>
          <a:xfrm>
            <a:off x="660953" y="2402178"/>
            <a:ext cx="8025848" cy="2326521"/>
          </a:xfrm>
          <a:prstGeom prst="roundRect">
            <a:avLst>
              <a:gd name="adj" fmla="val 6287"/>
            </a:avLst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54F44E-5C01-B807-2308-D233E3DB6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81455"/>
            <a:ext cx="5933661" cy="1262320"/>
          </a:xfrm>
          <a:prstGeom prst="roundRect">
            <a:avLst>
              <a:gd name="adj" fmla="val 14013"/>
            </a:avLst>
          </a:prstGeom>
        </p:spPr>
      </p:pic>
    </p:spTree>
    <p:extLst>
      <p:ext uri="{BB962C8B-B14F-4D97-AF65-F5344CB8AC3E}">
        <p14:creationId xmlns:p14="http://schemas.microsoft.com/office/powerpoint/2010/main" val="387524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6B5DF-4C75-398B-E75D-DA3EEBB7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Демо: целостность подтверждена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6E02303B-79C6-E6A4-442E-1A65BD3F57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80731" y="1647385"/>
            <a:ext cx="3536824" cy="2473198"/>
          </a:xfrm>
        </p:spPr>
        <p:txBody>
          <a:bodyPr>
            <a:normAutofit lnSpcReduction="10000"/>
          </a:bodyPr>
          <a:lstStyle/>
          <a:p>
            <a:r>
              <a:rPr lang="ru-RU" sz="1600" i="1" dirty="0"/>
              <a:t>Проверка журнала после регистрации</a:t>
            </a:r>
            <a:r>
              <a:rPr lang="en-US" sz="1600" i="1" dirty="0"/>
              <a:t>:</a:t>
            </a:r>
            <a:endParaRPr lang="ru-RU" sz="1600" i="1" dirty="0"/>
          </a:p>
          <a:p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Загружен файл </a:t>
            </a:r>
            <a:r>
              <a:rPr lang="ru-RU" sz="1600" b="1" dirty="0"/>
              <a:t>log.txt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Сравнение хэшей критичных строк с </a:t>
            </a:r>
            <a:r>
              <a:rPr lang="ru-RU" sz="1600" b="1" dirty="0"/>
              <a:t>записями в реестре</a:t>
            </a:r>
          </a:p>
          <a:p>
            <a:pPr marL="285750" indent="-285750">
              <a:buFontTx/>
              <a:buChar char="-"/>
            </a:pPr>
            <a:endParaRPr lang="en-US" sz="1600" b="1" dirty="0"/>
          </a:p>
          <a:p>
            <a:r>
              <a:rPr lang="ru-RU" sz="1600" dirty="0"/>
              <a:t>Результат: </a:t>
            </a:r>
            <a:r>
              <a:rPr lang="ru-RU" sz="1600" b="1" dirty="0"/>
              <a:t>целостность журнала подтверждена</a:t>
            </a:r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578B36-9477-C584-5662-443A532FC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549"/>
          <a:stretch>
            <a:fillRect/>
          </a:stretch>
        </p:blipFill>
        <p:spPr>
          <a:xfrm>
            <a:off x="457200" y="1857092"/>
            <a:ext cx="4387684" cy="2053784"/>
          </a:xfrm>
          <a:prstGeom prst="roundRect">
            <a:avLst>
              <a:gd name="adj" fmla="val 10134"/>
            </a:avLst>
          </a:prstGeom>
        </p:spPr>
      </p:pic>
    </p:spTree>
    <p:extLst>
      <p:ext uri="{BB962C8B-B14F-4D97-AF65-F5344CB8AC3E}">
        <p14:creationId xmlns:p14="http://schemas.microsoft.com/office/powerpoint/2010/main" val="59965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C647B-3D62-E123-8D11-38646EBD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Демо: обнаружена компрометация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D6A601-4E4C-C3D5-FD97-83D706A691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16079" y="3979607"/>
            <a:ext cx="4577133" cy="640754"/>
          </a:xfrm>
        </p:spPr>
        <p:txBody>
          <a:bodyPr/>
          <a:lstStyle/>
          <a:p>
            <a:r>
              <a:rPr lang="ru-RU" dirty="0"/>
              <a:t>Система вывела текст удаленной строки, восстановив его из Shadow DB по хэш-доказательству из сети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AB3975-CD0C-5A3B-E529-4D0A8F503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37" y="1163893"/>
            <a:ext cx="5875867" cy="2650817"/>
          </a:xfrm>
          <a:prstGeom prst="roundRect">
            <a:avLst>
              <a:gd name="adj" fmla="val 4968"/>
            </a:avLst>
          </a:prstGeom>
        </p:spPr>
      </p:pic>
    </p:spTree>
    <p:extLst>
      <p:ext uri="{BB962C8B-B14F-4D97-AF65-F5344CB8AC3E}">
        <p14:creationId xmlns:p14="http://schemas.microsoft.com/office/powerpoint/2010/main" val="93531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Технологический стек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77A2B2-FFAC-0AE9-8AEA-2AC0B39B7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3540" y="1068468"/>
            <a:ext cx="1434184" cy="176394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FE7D8E-027F-84F2-DD28-3C10D4B69F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2168257" y="1068468"/>
            <a:ext cx="1434184" cy="17639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767C326-FBA4-C1E4-63AE-A711335CD4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2974" y="1068468"/>
            <a:ext cx="1434184" cy="17639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92166FF-F438-C774-D832-3C925530D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53831" y="2930722"/>
            <a:ext cx="1434184" cy="176394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DF7B84-6EDB-BA1D-1391-A5C0480F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63156" y="2930722"/>
            <a:ext cx="1434184" cy="176394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C3E834E-E83F-2519-8189-E45421058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4572481" y="2930722"/>
            <a:ext cx="1434184" cy="176394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F989560-581A-0E03-7AAC-AAA3115FE9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5417691" y="1068468"/>
            <a:ext cx="1434184" cy="17639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C35106-B1C8-55A8-CA9D-A685C07EC83B}"/>
              </a:ext>
            </a:extLst>
          </p:cNvPr>
          <p:cNvSpPr txBox="1"/>
          <p:nvPr/>
        </p:nvSpPr>
        <p:spPr>
          <a:xfrm>
            <a:off x="803432" y="23470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Solidity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0005B-4275-62A3-C4E3-8D2A01F2E05C}"/>
              </a:ext>
            </a:extLst>
          </p:cNvPr>
          <p:cNvSpPr txBox="1"/>
          <p:nvPr/>
        </p:nvSpPr>
        <p:spPr>
          <a:xfrm>
            <a:off x="5664997" y="2341293"/>
            <a:ext cx="1048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Web3.py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F4281-09DF-7C28-E955-17061201A001}"/>
              </a:ext>
            </a:extLst>
          </p:cNvPr>
          <p:cNvSpPr txBox="1"/>
          <p:nvPr/>
        </p:nvSpPr>
        <p:spPr>
          <a:xfrm>
            <a:off x="4137448" y="23412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Python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3547EC-DBDB-F963-64BD-F8CE60F03612}"/>
              </a:ext>
            </a:extLst>
          </p:cNvPr>
          <p:cNvSpPr txBox="1"/>
          <p:nvPr/>
        </p:nvSpPr>
        <p:spPr>
          <a:xfrm>
            <a:off x="2167776" y="2359260"/>
            <a:ext cx="150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OpenZeppelin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69DBC-9FFF-67BC-2147-BFDA4C31A0CC}"/>
              </a:ext>
            </a:extLst>
          </p:cNvPr>
          <p:cNvSpPr txBox="1"/>
          <p:nvPr/>
        </p:nvSpPr>
        <p:spPr>
          <a:xfrm>
            <a:off x="1624382" y="4195166"/>
            <a:ext cx="107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Streamlit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B681DE-8357-B40A-5923-0FFE1CE1DF3E}"/>
              </a:ext>
            </a:extLst>
          </p:cNvPr>
          <p:cNvSpPr txBox="1"/>
          <p:nvPr/>
        </p:nvSpPr>
        <p:spPr>
          <a:xfrm>
            <a:off x="3223048" y="421289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Docker</a:t>
            </a:r>
            <a:endParaRPr lang="ru-RU" dirty="0"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18CF80-A95B-F4EC-BEE2-2DE84D97762D}"/>
              </a:ext>
            </a:extLst>
          </p:cNvPr>
          <p:cNvSpPr txBox="1"/>
          <p:nvPr/>
        </p:nvSpPr>
        <p:spPr>
          <a:xfrm>
            <a:off x="4832373" y="4215884"/>
            <a:ext cx="100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Ganache</a:t>
            </a:r>
            <a:endParaRPr lang="ru-RU" dirty="0">
              <a:highlight>
                <a:srgbClr val="C0C0C0"/>
              </a:highlight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498B3C7-4122-80D0-A91A-17A8DF3BF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224" y="1565121"/>
            <a:ext cx="1765867" cy="31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47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6EF34-E826-6F22-0EF6-3C3AF90D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Заключение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3789D-27E5-93FF-82E9-BCE6A5E16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22940"/>
            <a:ext cx="7494729" cy="306057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Реализован PoC </a:t>
            </a:r>
            <a:r>
              <a:rPr lang="ru-RU" sz="1600" b="1" dirty="0"/>
              <a:t>ImmutableLog</a:t>
            </a:r>
            <a:r>
              <a:rPr lang="ru-RU" sz="1600" dirty="0"/>
              <a:t> для фиксации хэшей критичных событий журнала в смарт-контракте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Обеспечены контроль доступа, защита от спама и проверка целостности журнала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Продемонстрированы сценарии: </a:t>
            </a:r>
            <a:br>
              <a:rPr lang="ru-RU" sz="1600" dirty="0"/>
            </a:br>
            <a:r>
              <a:rPr lang="ru-RU" sz="1600" dirty="0"/>
              <a:t>запись в реестр, чтение из сети, подтверждение и выявление удалений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523B82-F24B-F50D-D53F-5244DAB05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964" y="2618727"/>
            <a:ext cx="2426358" cy="242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1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5709</TotalTime>
  <Words>344</Words>
  <Application>Microsoft Office PowerPoint</Application>
  <PresentationFormat>Экран (16:9)</PresentationFormat>
  <Paragraphs>81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  Децентрализованная система неизменяемого аудита критических событий ИТ-инфраструктуры «ImmutableLog» </vt:lpstr>
      <vt:lpstr>Проблема</vt:lpstr>
      <vt:lpstr>Концепция Anchoring</vt:lpstr>
      <vt:lpstr>Архитектура системы</vt:lpstr>
      <vt:lpstr>Forensic-Grade Logic</vt:lpstr>
      <vt:lpstr>Безопасность смарт-контракта</vt:lpstr>
      <vt:lpstr>Демо: реестр в сети</vt:lpstr>
      <vt:lpstr>Демо: регистрация событий</vt:lpstr>
      <vt:lpstr>Демо: целостность подтверждена</vt:lpstr>
      <vt:lpstr>Демо: обнаружена компрометация</vt:lpstr>
      <vt:lpstr>Технологический стек</vt:lpstr>
      <vt:lpstr>Заключение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Суханкулиев Мухаммет</cp:lastModifiedBy>
  <cp:revision>119</cp:revision>
  <dcterms:created xsi:type="dcterms:W3CDTF">2014-06-27T12:30:22Z</dcterms:created>
  <dcterms:modified xsi:type="dcterms:W3CDTF">2026-05-15T14:48:31Z</dcterms:modified>
</cp:coreProperties>
</file>